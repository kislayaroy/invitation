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6858000" cy="12188952"/>
  <p:notesSz cx="1218895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search/?api=1&amp;query=Terapanth+Bhawan+Railway+Station+Road+Araria+Biha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E8D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6455664" cy="11786616"/>
          </a:xfrm>
          <a:prstGeom prst="roundRect">
            <a:avLst>
              <a:gd name="adj" fmla="val 1700"/>
            </a:avLst>
          </a:prstGeom>
          <a:ln w="19050">
            <a:solidFill>
              <a:srgbClr val="B59A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" y="329184"/>
            <a:ext cx="6199632" cy="11530584"/>
          </a:xfrm>
          <a:prstGeom prst="roundRect">
            <a:avLst>
              <a:gd name="adj" fmla="val 1475"/>
            </a:avLst>
          </a:prstGeom>
          <a:ln w="9525">
            <a:solidFill>
              <a:srgbClr val="8C6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5870448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870448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438912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438912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70448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5870448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640080" y="10515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3" name="Shape 11"/>
          <p:cNvSpPr/>
          <p:nvPr/>
        </p:nvSpPr>
        <p:spPr>
          <a:xfrm rot="2880000">
            <a:off x="5943600" y="11887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685800" y="58521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5" name="Shape 13"/>
          <p:cNvSpPr/>
          <p:nvPr/>
        </p:nvSpPr>
        <p:spPr>
          <a:xfrm rot="2940000">
            <a:off x="5989320" y="5989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6" name="Shape 14"/>
          <p:cNvSpPr/>
          <p:nvPr/>
        </p:nvSpPr>
        <p:spPr>
          <a:xfrm rot="2160000">
            <a:off x="640080" y="1069848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7" name="Shape 15"/>
          <p:cNvSpPr/>
          <p:nvPr/>
        </p:nvSpPr>
        <p:spPr>
          <a:xfrm rot="2580000">
            <a:off x="5943600" y="10561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3291840" y="5029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3291840" y="1143000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4160520"/>
            <a:ext cx="4754880" cy="3520440"/>
          </a:xfrm>
          <a:prstGeom prst="roundRect">
            <a:avLst>
              <a:gd name="adj" fmla="val 5195"/>
            </a:avLst>
          </a:prstGeom>
          <a:solidFill>
            <a:srgbClr val="B59A6D"/>
          </a:solidFill>
          <a:ln/>
          <a:effectLst>
            <a:outerShdw sx="100000" sy="100000" kx="0" ky="0" algn="bl" rotWithShape="0" blurRad="203200" dist="63500" dir="162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15568" y="4224528"/>
            <a:ext cx="4626864" cy="3392424"/>
          </a:xfrm>
          <a:prstGeom prst="roundRect">
            <a:avLst>
              <a:gd name="adj" fmla="val 4043"/>
            </a:avLst>
          </a:prstGeom>
          <a:solidFill>
            <a:srgbClr val="FFF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526280"/>
            <a:ext cx="4297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You are Invited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3177540" y="6309360"/>
            <a:ext cx="502920" cy="502920"/>
          </a:xfrm>
          <a:prstGeom prst="ellipse">
            <a:avLst/>
          </a:prstGeom>
          <a:solidFill>
            <a:srgbClr val="8C6F3A"/>
          </a:solidFill>
          <a:ln/>
        </p:spPr>
      </p:sp>
      <p:sp>
        <p:nvSpPr>
          <p:cNvPr id="24" name="Text 22"/>
          <p:cNvSpPr/>
          <p:nvPr/>
        </p:nvSpPr>
        <p:spPr>
          <a:xfrm>
            <a:off x="3177540" y="6291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">
    <p:bg>
      <p:bgPr>
        <a:solidFill>
          <a:srgbClr val="E8D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6455664" cy="11786616"/>
          </a:xfrm>
          <a:prstGeom prst="roundRect">
            <a:avLst>
              <a:gd name="adj" fmla="val 1700"/>
            </a:avLst>
          </a:prstGeom>
          <a:ln w="19050">
            <a:solidFill>
              <a:srgbClr val="B59A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" y="329184"/>
            <a:ext cx="6199632" cy="11530584"/>
          </a:xfrm>
          <a:prstGeom prst="roundRect">
            <a:avLst>
              <a:gd name="adj" fmla="val 1475"/>
            </a:avLst>
          </a:prstGeom>
          <a:ln w="9525">
            <a:solidFill>
              <a:srgbClr val="8C6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5870448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870448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438912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438912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70448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5870448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640080" y="10515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3" name="Shape 11"/>
          <p:cNvSpPr/>
          <p:nvPr/>
        </p:nvSpPr>
        <p:spPr>
          <a:xfrm rot="2880000">
            <a:off x="5943600" y="11887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685800" y="58521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5" name="Shape 13"/>
          <p:cNvSpPr/>
          <p:nvPr/>
        </p:nvSpPr>
        <p:spPr>
          <a:xfrm rot="2940000">
            <a:off x="5989320" y="5989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6" name="Shape 14"/>
          <p:cNvSpPr/>
          <p:nvPr/>
        </p:nvSpPr>
        <p:spPr>
          <a:xfrm rot="2160000">
            <a:off x="640080" y="1069848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7" name="Shape 15"/>
          <p:cNvSpPr/>
          <p:nvPr/>
        </p:nvSpPr>
        <p:spPr>
          <a:xfrm rot="2580000">
            <a:off x="5943600" y="10561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3291840" y="5029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3291840" y="1143000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1325880"/>
            <a:ext cx="5303520" cy="9464040"/>
          </a:xfrm>
          <a:prstGeom prst="roundRect">
            <a:avLst>
              <a:gd name="adj" fmla="val 3448"/>
            </a:avLst>
          </a:prstGeom>
          <a:solidFill>
            <a:srgbClr val="B59A6D"/>
          </a:solidFill>
          <a:ln/>
          <a:effectLst>
            <a:outerShdw sx="100000" sy="100000" kx="0" ky="0" algn="bl" rotWithShape="0" blurRad="203200" dist="63500" dir="162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389888"/>
            <a:ext cx="5175504" cy="9336024"/>
          </a:xfrm>
          <a:prstGeom prst="roundRect">
            <a:avLst>
              <a:gd name="adj" fmla="val 2650"/>
            </a:avLst>
          </a:prstGeom>
          <a:solidFill>
            <a:srgbClr val="FFFDF8"/>
          </a:solidFill>
          <a:ln/>
        </p:spPr>
      </p:sp>
      <p:pic>
        <p:nvPicPr>
          <p:cNvPr id="22" name="Image 0" descr="/Users/kislayar/Library/CloudStorage/OneDrive-AMDOCS/Documents/Workspace/Invitation/public/gane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645920"/>
            <a:ext cx="2011680" cy="2468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4F32"/>
                </a:solidFill>
                <a:latin typeface="Kohinoor Devanagari" pitchFamily="34" charset="0"/>
                <a:ea typeface="Kohinoor Devanagari" pitchFamily="34" charset="-122"/>
                <a:cs typeface="Kohinoor Devanagari" pitchFamily="34" charset="-120"/>
              </a:rPr>
              <a:t>श्री गणेशाय नमः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2148840" y="480060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63240" y="463600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✧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794760" y="480060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1560" y="50292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Kislaya</a:t>
            </a:r>
            <a:endParaRPr lang="en-US" sz="5400" dirty="0"/>
          </a:p>
        </p:txBody>
      </p:sp>
      <p:sp>
        <p:nvSpPr>
          <p:cNvPr id="28" name="Text 25"/>
          <p:cNvSpPr/>
          <p:nvPr/>
        </p:nvSpPr>
        <p:spPr>
          <a:xfrm>
            <a:off x="1051560" y="6035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B59A6D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&amp;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1051560" y="66294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Kanak</a:t>
            </a:r>
            <a:endParaRPr lang="en-US" sz="5400" dirty="0"/>
          </a:p>
        </p:txBody>
      </p:sp>
      <p:sp>
        <p:nvSpPr>
          <p:cNvPr id="30" name="Text 27"/>
          <p:cNvSpPr/>
          <p:nvPr/>
        </p:nvSpPr>
        <p:spPr>
          <a:xfrm>
            <a:off x="1051560" y="7955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59A6D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Baat Pakki</a:t>
            </a:r>
            <a:endParaRPr lang="en-US" sz="3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fill="hold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bg>
      <p:bgPr>
        <a:solidFill>
          <a:srgbClr val="E8D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6455664" cy="11786616"/>
          </a:xfrm>
          <a:prstGeom prst="roundRect">
            <a:avLst>
              <a:gd name="adj" fmla="val 1700"/>
            </a:avLst>
          </a:prstGeom>
          <a:ln w="19050">
            <a:solidFill>
              <a:srgbClr val="B59A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" y="329184"/>
            <a:ext cx="6199632" cy="11530584"/>
          </a:xfrm>
          <a:prstGeom prst="roundRect">
            <a:avLst>
              <a:gd name="adj" fmla="val 1475"/>
            </a:avLst>
          </a:prstGeom>
          <a:ln w="9525">
            <a:solidFill>
              <a:srgbClr val="8C6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5870448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870448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438912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438912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70448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5870448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640080" y="10515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3" name="Shape 11"/>
          <p:cNvSpPr/>
          <p:nvPr/>
        </p:nvSpPr>
        <p:spPr>
          <a:xfrm rot="2880000">
            <a:off x="5943600" y="11887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685800" y="58521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5" name="Shape 13"/>
          <p:cNvSpPr/>
          <p:nvPr/>
        </p:nvSpPr>
        <p:spPr>
          <a:xfrm rot="2940000">
            <a:off x="5989320" y="5989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6" name="Shape 14"/>
          <p:cNvSpPr/>
          <p:nvPr/>
        </p:nvSpPr>
        <p:spPr>
          <a:xfrm rot="2160000">
            <a:off x="640080" y="1069848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7" name="Shape 15"/>
          <p:cNvSpPr/>
          <p:nvPr/>
        </p:nvSpPr>
        <p:spPr>
          <a:xfrm rot="2580000">
            <a:off x="5943600" y="10561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3291840" y="5029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3291840" y="1143000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1965960"/>
            <a:ext cx="5303520" cy="8183880"/>
          </a:xfrm>
          <a:prstGeom prst="roundRect">
            <a:avLst>
              <a:gd name="adj" fmla="val 3448"/>
            </a:avLst>
          </a:prstGeom>
          <a:solidFill>
            <a:srgbClr val="B59A6D"/>
          </a:solidFill>
          <a:ln/>
          <a:effectLst>
            <a:outerShdw sx="100000" sy="100000" kx="0" ky="0" algn="bl" rotWithShape="0" blurRad="203200" dist="63500" dir="162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2029968"/>
            <a:ext cx="5175504" cy="8055864"/>
          </a:xfrm>
          <a:prstGeom prst="roundRect">
            <a:avLst>
              <a:gd name="adj" fmla="val 2650"/>
            </a:avLst>
          </a:prstGeom>
          <a:solidFill>
            <a:srgbClr val="FFF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THE 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23rd October 2026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05156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2:00 PM ONWARDS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65960" y="4663440"/>
            <a:ext cx="2926080" cy="2331720"/>
          </a:xfrm>
          <a:prstGeom prst="roundRect">
            <a:avLst>
              <a:gd name="adj" fmla="val 6275"/>
            </a:avLst>
          </a:prstGeom>
          <a:solidFill>
            <a:srgbClr val="B59A6D"/>
          </a:solidFill>
          <a:ln/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057400" y="4754880"/>
            <a:ext cx="2743200" cy="21488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fill="hold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video>
                                <p:cMediaNode vol="0" mute="1">
                                  <p:cTn id="8" fill="hold" display="0" repeatCount="indefinite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MediaNode>
                              </p:vide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bg>
      <p:bgPr>
        <a:solidFill>
          <a:srgbClr val="E8D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6455664" cy="11786616"/>
          </a:xfrm>
          <a:prstGeom prst="roundRect">
            <a:avLst>
              <a:gd name="adj" fmla="val 1700"/>
            </a:avLst>
          </a:prstGeom>
          <a:ln w="19050">
            <a:solidFill>
              <a:srgbClr val="B59A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" y="329184"/>
            <a:ext cx="6199632" cy="11530584"/>
          </a:xfrm>
          <a:prstGeom prst="roundRect">
            <a:avLst>
              <a:gd name="adj" fmla="val 1475"/>
            </a:avLst>
          </a:prstGeom>
          <a:ln w="9525">
            <a:solidFill>
              <a:srgbClr val="8C6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5870448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870448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438912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438912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70448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5870448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640080" y="10515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3" name="Shape 11"/>
          <p:cNvSpPr/>
          <p:nvPr/>
        </p:nvSpPr>
        <p:spPr>
          <a:xfrm rot="2880000">
            <a:off x="5943600" y="11887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685800" y="58521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5" name="Shape 13"/>
          <p:cNvSpPr/>
          <p:nvPr/>
        </p:nvSpPr>
        <p:spPr>
          <a:xfrm rot="2940000">
            <a:off x="5989320" y="5989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6" name="Shape 14"/>
          <p:cNvSpPr/>
          <p:nvPr/>
        </p:nvSpPr>
        <p:spPr>
          <a:xfrm rot="2160000">
            <a:off x="640080" y="1069848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7" name="Shape 15"/>
          <p:cNvSpPr/>
          <p:nvPr/>
        </p:nvSpPr>
        <p:spPr>
          <a:xfrm rot="2580000">
            <a:off x="5943600" y="10561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3291840" y="5029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3291840" y="1143000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148840"/>
            <a:ext cx="5303520" cy="7726680"/>
          </a:xfrm>
          <a:prstGeom prst="roundRect">
            <a:avLst>
              <a:gd name="adj" fmla="val 3448"/>
            </a:avLst>
          </a:prstGeom>
          <a:solidFill>
            <a:srgbClr val="B59A6D"/>
          </a:solidFill>
          <a:ln/>
          <a:effectLst>
            <a:outerShdw sx="100000" sy="100000" kx="0" ky="0" algn="bl" rotWithShape="0" blurRad="203200" dist="63500" dir="162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2212848"/>
            <a:ext cx="5175504" cy="7598664"/>
          </a:xfrm>
          <a:prstGeom prst="roundRect">
            <a:avLst>
              <a:gd name="adj" fmla="val 2650"/>
            </a:avLst>
          </a:prstGeom>
          <a:solidFill>
            <a:srgbClr val="FFF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4688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With the Blessings of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Our Beloved Parents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2148840" y="452628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436168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✧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94760" y="452628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A4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GROOM'S PARENTS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Ravindra Nath Roy &amp; Smt. Aishwarya Roy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5840" y="6263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A4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BRIDE'S PARENTS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6675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Sikandar Prasad &amp; Smt. Madhuri Devi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5">
    <p:bg>
      <p:bgPr>
        <a:solidFill>
          <a:srgbClr val="E8D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6455664" cy="11786616"/>
          </a:xfrm>
          <a:prstGeom prst="roundRect">
            <a:avLst>
              <a:gd name="adj" fmla="val 1700"/>
            </a:avLst>
          </a:prstGeom>
          <a:ln w="19050">
            <a:solidFill>
              <a:srgbClr val="B59A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" y="329184"/>
            <a:ext cx="6199632" cy="11530584"/>
          </a:xfrm>
          <a:prstGeom prst="roundRect">
            <a:avLst>
              <a:gd name="adj" fmla="val 1475"/>
            </a:avLst>
          </a:prstGeom>
          <a:ln w="9525">
            <a:solidFill>
              <a:srgbClr val="8C6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5870448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870448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438912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438912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70448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5870448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640080" y="10515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3" name="Shape 11"/>
          <p:cNvSpPr/>
          <p:nvPr/>
        </p:nvSpPr>
        <p:spPr>
          <a:xfrm rot="2880000">
            <a:off x="5943600" y="11887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685800" y="58521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5" name="Shape 13"/>
          <p:cNvSpPr/>
          <p:nvPr/>
        </p:nvSpPr>
        <p:spPr>
          <a:xfrm rot="2940000">
            <a:off x="5989320" y="5989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6" name="Shape 14"/>
          <p:cNvSpPr/>
          <p:nvPr/>
        </p:nvSpPr>
        <p:spPr>
          <a:xfrm rot="2160000">
            <a:off x="640080" y="1069848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7" name="Shape 15"/>
          <p:cNvSpPr/>
          <p:nvPr/>
        </p:nvSpPr>
        <p:spPr>
          <a:xfrm rot="2580000">
            <a:off x="5943600" y="10561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3291840" y="5029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3291840" y="1143000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240280"/>
            <a:ext cx="5303520" cy="7498080"/>
          </a:xfrm>
          <a:prstGeom prst="roundRect">
            <a:avLst>
              <a:gd name="adj" fmla="val 3448"/>
            </a:avLst>
          </a:prstGeom>
          <a:solidFill>
            <a:srgbClr val="B59A6D"/>
          </a:solidFill>
          <a:ln/>
          <a:effectLst>
            <a:outerShdw sx="100000" sy="100000" kx="0" ky="0" algn="bl" rotWithShape="0" blurRad="203200" dist="63500" dir="162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2304288"/>
            <a:ext cx="5175504" cy="7370064"/>
          </a:xfrm>
          <a:prstGeom prst="roundRect">
            <a:avLst>
              <a:gd name="adj" fmla="val 2650"/>
            </a:avLst>
          </a:prstGeom>
          <a:solidFill>
            <a:srgbClr val="FFF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560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Engagement Venue</a:t>
            </a:r>
            <a:endParaRPr lang="en-US" sz="4000" dirty="0"/>
          </a:p>
        </p:txBody>
      </p:sp>
      <p:sp>
        <p:nvSpPr>
          <p:cNvPr id="24" name="Shape 22"/>
          <p:cNvSpPr/>
          <p:nvPr/>
        </p:nvSpPr>
        <p:spPr>
          <a:xfrm>
            <a:off x="2148840" y="411480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95020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✧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94760" y="411480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434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4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Terapanth Bhawan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0584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Railway Station Road,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Araria, Bihar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65960" y="640080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3A4F32"/>
          </a:solidFill>
          <a:ln/>
        </p:spPr>
      </p:sp>
      <p:sp>
        <p:nvSpPr>
          <p:cNvPr id="30" name="Text 28">
            <a:hlinkClick r:id="rId1" tooltip=""/>
          </p:cNvPr>
          <p:cNvSpPr/>
          <p:nvPr/>
        </p:nvSpPr>
        <p:spPr>
          <a:xfrm>
            <a:off x="1965960" y="6400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Navigate to Venue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6">
    <p:bg>
      <p:bgPr>
        <a:solidFill>
          <a:srgbClr val="E8D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6455664" cy="11786616"/>
          </a:xfrm>
          <a:prstGeom prst="roundRect">
            <a:avLst>
              <a:gd name="adj" fmla="val 1700"/>
            </a:avLst>
          </a:prstGeom>
          <a:ln w="19050">
            <a:solidFill>
              <a:srgbClr val="B59A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" y="329184"/>
            <a:ext cx="6199632" cy="11530584"/>
          </a:xfrm>
          <a:prstGeom prst="roundRect">
            <a:avLst>
              <a:gd name="adj" fmla="val 1475"/>
            </a:avLst>
          </a:prstGeom>
          <a:ln w="9525">
            <a:solidFill>
              <a:srgbClr val="8C6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5870448" y="438912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870448" y="438912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438912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6200000">
            <a:off x="438912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70448" y="11201400"/>
            <a:ext cx="548640" cy="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5870448" y="11201400"/>
            <a:ext cx="0" cy="548640"/>
          </a:xfrm>
          <a:prstGeom prst="line">
            <a:avLst/>
          </a:prstGeom>
          <a:noFill/>
          <a:ln w="15875">
            <a:solidFill>
              <a:srgbClr val="B59A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100000">
            <a:off x="640080" y="10515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3" name="Shape 11"/>
          <p:cNvSpPr/>
          <p:nvPr/>
        </p:nvSpPr>
        <p:spPr>
          <a:xfrm rot="2880000">
            <a:off x="5943600" y="11887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685800" y="585216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5" name="Shape 13"/>
          <p:cNvSpPr/>
          <p:nvPr/>
        </p:nvSpPr>
        <p:spPr>
          <a:xfrm rot="2940000">
            <a:off x="5989320" y="5989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6" name="Shape 14"/>
          <p:cNvSpPr/>
          <p:nvPr/>
        </p:nvSpPr>
        <p:spPr>
          <a:xfrm rot="2160000">
            <a:off x="640080" y="1069848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7" name="Shape 15"/>
          <p:cNvSpPr/>
          <p:nvPr/>
        </p:nvSpPr>
        <p:spPr>
          <a:xfrm rot="2580000">
            <a:off x="5943600" y="105613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8" name="Shape 16"/>
          <p:cNvSpPr/>
          <p:nvPr/>
        </p:nvSpPr>
        <p:spPr>
          <a:xfrm rot="1740000">
            <a:off x="3291840" y="50292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3291840" y="11430000"/>
            <a:ext cx="182880" cy="100584"/>
          </a:xfrm>
          <a:prstGeom prst="ellipse">
            <a:avLst/>
          </a:prstGeom>
          <a:solidFill>
            <a:srgbClr val="B59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240280"/>
            <a:ext cx="5303520" cy="7498080"/>
          </a:xfrm>
          <a:prstGeom prst="roundRect">
            <a:avLst>
              <a:gd name="adj" fmla="val 3448"/>
            </a:avLst>
          </a:prstGeom>
          <a:solidFill>
            <a:srgbClr val="B59A6D"/>
          </a:solidFill>
          <a:ln/>
          <a:effectLst>
            <a:outerShdw sx="100000" sy="100000" kx="0" ky="0" algn="bl" rotWithShape="0" blurRad="203200" dist="63500" dir="162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2304288"/>
            <a:ext cx="5175504" cy="7370064"/>
          </a:xfrm>
          <a:prstGeom prst="roundRect">
            <a:avLst>
              <a:gd name="adj" fmla="val 2650"/>
            </a:avLst>
          </a:prstGeom>
          <a:solidFill>
            <a:srgbClr val="FFF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6060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With Love &amp; Blessings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97280" y="37947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can't wait to share the beginning of our forever with you. Your presence and blessings mean the world to us.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48840" y="562356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545896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✧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94760" y="5623560"/>
            <a:ext cx="914400" cy="0"/>
          </a:xfrm>
          <a:prstGeom prst="line">
            <a:avLst/>
          </a:prstGeom>
          <a:noFill/>
          <a:ln w="12700">
            <a:solidFill>
              <a:srgbClr val="B59A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897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3A4F32"/>
                </a:solidFill>
                <a:latin typeface="Snell Roundhand" pitchFamily="34" charset="0"/>
                <a:ea typeface="Snell Roundhand" pitchFamily="34" charset="-122"/>
                <a:cs typeface="Snell Roundhand" pitchFamily="34" charset="-120"/>
              </a:rPr>
              <a:t>Our Family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005840" y="6812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59A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 WITH OUR FAMILIES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77540" y="7452360"/>
            <a:ext cx="502920" cy="502920"/>
          </a:xfrm>
          <a:prstGeom prst="ellipse">
            <a:avLst/>
          </a:prstGeom>
          <a:solidFill>
            <a:srgbClr val="8C6F3A"/>
          </a:solidFill>
          <a:ln/>
        </p:spPr>
      </p:sp>
      <p:sp>
        <p:nvSpPr>
          <p:cNvPr id="30" name="Text 28"/>
          <p:cNvSpPr/>
          <p:nvPr/>
        </p:nvSpPr>
        <p:spPr>
          <a:xfrm>
            <a:off x="3177540" y="7434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nell Roundha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Kislaya &amp; Kanak – Engagement Invitation</dc:title>
  <dc:subject>Engagement invitation</dc:subject>
  <dc:creator>Kislaya &amp; Kanak</dc:creator>
  <cp:lastModifiedBy>Kislaya &amp; Kanak</cp:lastModifiedBy>
  <cp:revision>1</cp:revision>
  <dcterms:created xsi:type="dcterms:W3CDTF">2026-10-11T11:01:17Z</dcterms:created>
  <dcterms:modified xsi:type="dcterms:W3CDTF">2026-10-11T11:01:17Z</dcterms:modified>
</cp:coreProperties>
</file>